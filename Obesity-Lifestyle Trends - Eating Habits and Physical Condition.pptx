
<file path=[Content_Types].xml><?xml version="1.0" encoding="utf-8"?>
<Types xmlns="http://schemas.openxmlformats.org/package/2006/content-types">
  <Default Extension="avif" ContentType="image/av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7" r:id="rId4"/>
    <p:sldId id="269" r:id="rId5"/>
    <p:sldId id="268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807" autoAdjust="0"/>
  </p:normalViewPr>
  <p:slideViewPr>
    <p:cSldViewPr snapToGrid="0">
      <p:cViewPr varScale="1">
        <p:scale>
          <a:sx n="70" d="100"/>
          <a:sy n="70" d="100"/>
        </p:scale>
        <p:origin x="11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nus Mechery" userId="9a0432f0723e5076" providerId="LiveId" clId="{5510E081-A328-46F0-B74E-E056955699E6}"/>
    <pc:docChg chg="custSel addSld delSld modSld">
      <pc:chgData name="Yunus Mechery" userId="9a0432f0723e5076" providerId="LiveId" clId="{5510E081-A328-46F0-B74E-E056955699E6}" dt="2026-04-01T12:11:17.157" v="1943" actId="21"/>
      <pc:docMkLst>
        <pc:docMk/>
      </pc:docMkLst>
      <pc:sldChg chg="modNotesTx">
        <pc:chgData name="Yunus Mechery" userId="9a0432f0723e5076" providerId="LiveId" clId="{5510E081-A328-46F0-B74E-E056955699E6}" dt="2026-04-01T12:07:23.080" v="1916" actId="6549"/>
        <pc:sldMkLst>
          <pc:docMk/>
          <pc:sldMk cId="451477254" sldId="256"/>
        </pc:sldMkLst>
      </pc:sldChg>
      <pc:sldChg chg="addSp delSp modSp new mod chgLayout modNotesTx">
        <pc:chgData name="Yunus Mechery" userId="9a0432f0723e5076" providerId="LiveId" clId="{5510E081-A328-46F0-B74E-E056955699E6}" dt="2026-04-01T12:07:31.544" v="1917" actId="6549"/>
        <pc:sldMkLst>
          <pc:docMk/>
          <pc:sldMk cId="1400549745" sldId="257"/>
        </pc:sldMkLst>
        <pc:spChg chg="mod ord">
          <ac:chgData name="Yunus Mechery" userId="9a0432f0723e5076" providerId="LiveId" clId="{5510E081-A328-46F0-B74E-E056955699E6}" dt="2026-04-01T02:34:31.613" v="327" actId="6264"/>
          <ac:spMkLst>
            <pc:docMk/>
            <pc:sldMk cId="1400549745" sldId="257"/>
            <ac:spMk id="2" creationId="{95B58548-BBCD-E488-F166-7CC6784FBA76}"/>
          </ac:spMkLst>
        </pc:spChg>
        <pc:spChg chg="del">
          <ac:chgData name="Yunus Mechery" userId="9a0432f0723e5076" providerId="LiveId" clId="{5510E081-A328-46F0-B74E-E056955699E6}" dt="2026-04-01T02:31:35.863" v="2"/>
          <ac:spMkLst>
            <pc:docMk/>
            <pc:sldMk cId="1400549745" sldId="257"/>
            <ac:spMk id="3" creationId="{47E3BC96-6206-ADBA-AAD5-B3FF8EC44A43}"/>
          </ac:spMkLst>
        </pc:spChg>
        <pc:spChg chg="add del mod">
          <ac:chgData name="Yunus Mechery" userId="9a0432f0723e5076" providerId="LiveId" clId="{5510E081-A328-46F0-B74E-E056955699E6}" dt="2026-04-01T02:34:04.860" v="326" actId="21"/>
          <ac:spMkLst>
            <pc:docMk/>
            <pc:sldMk cId="1400549745" sldId="257"/>
            <ac:spMk id="4" creationId="{0ED49ABE-63D5-DB9A-D95A-92EC9B87C871}"/>
          </ac:spMkLst>
        </pc:spChg>
        <pc:spChg chg="add del mod">
          <ac:chgData name="Yunus Mechery" userId="9a0432f0723e5076" providerId="LiveId" clId="{5510E081-A328-46F0-B74E-E056955699E6}" dt="2026-04-01T02:34:31.613" v="327" actId="6264"/>
          <ac:spMkLst>
            <pc:docMk/>
            <pc:sldMk cId="1400549745" sldId="257"/>
            <ac:spMk id="5" creationId="{FFDE2352-ADE1-A5B1-350A-09705BA36E3A}"/>
          </ac:spMkLst>
        </pc:spChg>
        <pc:spChg chg="add mod ord">
          <ac:chgData name="Yunus Mechery" userId="9a0432f0723e5076" providerId="LiveId" clId="{5510E081-A328-46F0-B74E-E056955699E6}" dt="2026-04-01T02:35:49.956" v="335" actId="20577"/>
          <ac:spMkLst>
            <pc:docMk/>
            <pc:sldMk cId="1400549745" sldId="257"/>
            <ac:spMk id="6" creationId="{4DF78EAC-ECF8-8B99-9BE1-E8DB70497BE3}"/>
          </ac:spMkLst>
        </pc:spChg>
      </pc:sldChg>
      <pc:sldChg chg="addSp delSp modSp new mod modNotesTx">
        <pc:chgData name="Yunus Mechery" userId="9a0432f0723e5076" providerId="LiveId" clId="{5510E081-A328-46F0-B74E-E056955699E6}" dt="2026-04-01T09:16:12.863" v="374" actId="14100"/>
        <pc:sldMkLst>
          <pc:docMk/>
          <pc:sldMk cId="1822133177" sldId="258"/>
        </pc:sldMkLst>
        <pc:spChg chg="mod">
          <ac:chgData name="Yunus Mechery" userId="9a0432f0723e5076" providerId="LiveId" clId="{5510E081-A328-46F0-B74E-E056955699E6}" dt="2026-04-01T04:30:33.506" v="344"/>
          <ac:spMkLst>
            <pc:docMk/>
            <pc:sldMk cId="1822133177" sldId="258"/>
            <ac:spMk id="2" creationId="{61A6143A-711F-E4E0-BDAA-54A703303386}"/>
          </ac:spMkLst>
        </pc:spChg>
        <pc:spChg chg="del">
          <ac:chgData name="Yunus Mechery" userId="9a0432f0723e5076" providerId="LiveId" clId="{5510E081-A328-46F0-B74E-E056955699E6}" dt="2026-04-01T04:28:56.767" v="338"/>
          <ac:spMkLst>
            <pc:docMk/>
            <pc:sldMk cId="1822133177" sldId="258"/>
            <ac:spMk id="3" creationId="{34380AD4-40FB-CB2A-2FCE-0421C7AE3985}"/>
          </ac:spMkLst>
        </pc:spChg>
        <pc:spChg chg="add mod">
          <ac:chgData name="Yunus Mechery" userId="9a0432f0723e5076" providerId="LiveId" clId="{5510E081-A328-46F0-B74E-E056955699E6}" dt="2026-04-01T09:12:36.791" v="367" actId="5793"/>
          <ac:spMkLst>
            <pc:docMk/>
            <pc:sldMk cId="1822133177" sldId="258"/>
            <ac:spMk id="7" creationId="{D9CA1A80-E3F7-03B8-AD32-90FEC313161F}"/>
          </ac:spMkLst>
        </pc:spChg>
        <pc:picChg chg="add mod">
          <ac:chgData name="Yunus Mechery" userId="9a0432f0723e5076" providerId="LiveId" clId="{5510E081-A328-46F0-B74E-E056955699E6}" dt="2026-04-01T09:16:12.863" v="374" actId="14100"/>
          <ac:picMkLst>
            <pc:docMk/>
            <pc:sldMk cId="1822133177" sldId="258"/>
            <ac:picMk id="4" creationId="{098D4F6B-3AEC-085C-62A7-71C38DAC89B8}"/>
          </ac:picMkLst>
        </pc:picChg>
        <pc:picChg chg="add del mod">
          <ac:chgData name="Yunus Mechery" userId="9a0432f0723e5076" providerId="LiveId" clId="{5510E081-A328-46F0-B74E-E056955699E6}" dt="2026-04-01T04:31:28.900" v="347" actId="21"/>
          <ac:picMkLst>
            <pc:docMk/>
            <pc:sldMk cId="1822133177" sldId="258"/>
            <ac:picMk id="5" creationId="{E4772ECA-FC3F-B8F6-1034-736CF41496B4}"/>
          </ac:picMkLst>
        </pc:picChg>
        <pc:picChg chg="add del mod">
          <ac:chgData name="Yunus Mechery" userId="9a0432f0723e5076" providerId="LiveId" clId="{5510E081-A328-46F0-B74E-E056955699E6}" dt="2026-04-01T09:11:46.891" v="365" actId="21"/>
          <ac:picMkLst>
            <pc:docMk/>
            <pc:sldMk cId="1822133177" sldId="258"/>
            <ac:picMk id="9" creationId="{F818EC22-061E-082B-B195-6F8FF408FDDD}"/>
          </ac:picMkLst>
        </pc:picChg>
      </pc:sldChg>
      <pc:sldChg chg="modSp new del mod">
        <pc:chgData name="Yunus Mechery" userId="9a0432f0723e5076" providerId="LiveId" clId="{5510E081-A328-46F0-B74E-E056955699E6}" dt="2026-04-01T11:34:02.233" v="684" actId="2696"/>
        <pc:sldMkLst>
          <pc:docMk/>
          <pc:sldMk cId="1497897717" sldId="259"/>
        </pc:sldMkLst>
        <pc:spChg chg="mod">
          <ac:chgData name="Yunus Mechery" userId="9a0432f0723e5076" providerId="LiveId" clId="{5510E081-A328-46F0-B74E-E056955699E6}" dt="2026-04-01T09:24:21.679" v="683" actId="20577"/>
          <ac:spMkLst>
            <pc:docMk/>
            <pc:sldMk cId="1497897717" sldId="259"/>
            <ac:spMk id="3" creationId="{3DE912B0-30E5-42C0-C495-D85770AC71CA}"/>
          </ac:spMkLst>
        </pc:spChg>
      </pc:sldChg>
      <pc:sldChg chg="addSp modSp new mod">
        <pc:chgData name="Yunus Mechery" userId="9a0432f0723e5076" providerId="LiveId" clId="{5510E081-A328-46F0-B74E-E056955699E6}" dt="2026-04-01T11:36:21.622" v="692" actId="14100"/>
        <pc:sldMkLst>
          <pc:docMk/>
          <pc:sldMk cId="1508803793" sldId="259"/>
        </pc:sldMkLst>
        <pc:spChg chg="mod">
          <ac:chgData name="Yunus Mechery" userId="9a0432f0723e5076" providerId="LiveId" clId="{5510E081-A328-46F0-B74E-E056955699E6}" dt="2026-04-01T11:34:57.585" v="686"/>
          <ac:spMkLst>
            <pc:docMk/>
            <pc:sldMk cId="1508803793" sldId="259"/>
            <ac:spMk id="2" creationId="{32701D0F-2ECE-FBEC-1D29-BB4FD1B14A8C}"/>
          </ac:spMkLst>
        </pc:spChg>
        <pc:spChg chg="mod">
          <ac:chgData name="Yunus Mechery" userId="9a0432f0723e5076" providerId="LiveId" clId="{5510E081-A328-46F0-B74E-E056955699E6}" dt="2026-04-01T11:35:20.393" v="687"/>
          <ac:spMkLst>
            <pc:docMk/>
            <pc:sldMk cId="1508803793" sldId="259"/>
            <ac:spMk id="3" creationId="{34902776-2FC1-BD2D-D15D-4F412684C96C}"/>
          </ac:spMkLst>
        </pc:spChg>
        <pc:picChg chg="add mod">
          <ac:chgData name="Yunus Mechery" userId="9a0432f0723e5076" providerId="LiveId" clId="{5510E081-A328-46F0-B74E-E056955699E6}" dt="2026-04-01T11:36:21.622" v="692" actId="14100"/>
          <ac:picMkLst>
            <pc:docMk/>
            <pc:sldMk cId="1508803793" sldId="259"/>
            <ac:picMk id="5" creationId="{6AE32A57-7B6D-364B-EA52-03ADFDB5A819}"/>
          </ac:picMkLst>
        </pc:picChg>
      </pc:sldChg>
      <pc:sldChg chg="addSp delSp modSp new del mod">
        <pc:chgData name="Yunus Mechery" userId="9a0432f0723e5076" providerId="LiveId" clId="{5510E081-A328-46F0-B74E-E056955699E6}" dt="2026-04-01T11:43:19.412" v="910" actId="2696"/>
        <pc:sldMkLst>
          <pc:docMk/>
          <pc:sldMk cId="219307336" sldId="260"/>
        </pc:sldMkLst>
        <pc:spChg chg="mod">
          <ac:chgData name="Yunus Mechery" userId="9a0432f0723e5076" providerId="LiveId" clId="{5510E081-A328-46F0-B74E-E056955699E6}" dt="2026-04-01T11:37:32.751" v="694"/>
          <ac:spMkLst>
            <pc:docMk/>
            <pc:sldMk cId="219307336" sldId="260"/>
            <ac:spMk id="2" creationId="{872FE55B-97C3-A400-7D38-A9D47992DD57}"/>
          </ac:spMkLst>
        </pc:spChg>
        <pc:spChg chg="del">
          <ac:chgData name="Yunus Mechery" userId="9a0432f0723e5076" providerId="LiveId" clId="{5510E081-A328-46F0-B74E-E056955699E6}" dt="2026-04-01T11:37:56.880" v="695"/>
          <ac:spMkLst>
            <pc:docMk/>
            <pc:sldMk cId="219307336" sldId="260"/>
            <ac:spMk id="3" creationId="{C8D457F1-7AC3-422B-F79B-9B9BB6B5968F}"/>
          </ac:spMkLst>
        </pc:spChg>
        <pc:spChg chg="add del mod">
          <ac:chgData name="Yunus Mechery" userId="9a0432f0723e5076" providerId="LiveId" clId="{5510E081-A328-46F0-B74E-E056955699E6}" dt="2026-04-01T11:38:40.519" v="909" actId="21"/>
          <ac:spMkLst>
            <pc:docMk/>
            <pc:sldMk cId="219307336" sldId="260"/>
            <ac:spMk id="4" creationId="{AAB84424-5EF0-F208-5114-A910FCDEED09}"/>
          </ac:spMkLst>
        </pc:spChg>
      </pc:sldChg>
      <pc:sldChg chg="addSp modSp new mod">
        <pc:chgData name="Yunus Mechery" userId="9a0432f0723e5076" providerId="LiveId" clId="{5510E081-A328-46F0-B74E-E056955699E6}" dt="2026-04-01T11:45:35.743" v="924" actId="1076"/>
        <pc:sldMkLst>
          <pc:docMk/>
          <pc:sldMk cId="3225995589" sldId="260"/>
        </pc:sldMkLst>
        <pc:spChg chg="mod">
          <ac:chgData name="Yunus Mechery" userId="9a0432f0723e5076" providerId="LiveId" clId="{5510E081-A328-46F0-B74E-E056955699E6}" dt="2026-04-01T11:44:32.139" v="916"/>
          <ac:spMkLst>
            <pc:docMk/>
            <pc:sldMk cId="3225995589" sldId="260"/>
            <ac:spMk id="2" creationId="{2366D3E3-AB63-61E2-EB32-0FDCD59441C3}"/>
          </ac:spMkLst>
        </pc:spChg>
        <pc:spChg chg="mod">
          <ac:chgData name="Yunus Mechery" userId="9a0432f0723e5076" providerId="LiveId" clId="{5510E081-A328-46F0-B74E-E056955699E6}" dt="2026-04-01T11:45:26.105" v="922" actId="1076"/>
          <ac:spMkLst>
            <pc:docMk/>
            <pc:sldMk cId="3225995589" sldId="260"/>
            <ac:spMk id="3" creationId="{8BF812FF-B83A-A479-C389-F42020BE39CD}"/>
          </ac:spMkLst>
        </pc:spChg>
        <pc:picChg chg="add mod">
          <ac:chgData name="Yunus Mechery" userId="9a0432f0723e5076" providerId="LiveId" clId="{5510E081-A328-46F0-B74E-E056955699E6}" dt="2026-04-01T11:45:35.743" v="924" actId="1076"/>
          <ac:picMkLst>
            <pc:docMk/>
            <pc:sldMk cId="3225995589" sldId="260"/>
            <ac:picMk id="5" creationId="{13D601B8-0E23-7549-858E-EE55FF15728C}"/>
          </ac:picMkLst>
        </pc:picChg>
      </pc:sldChg>
      <pc:sldChg chg="addSp modSp new mod">
        <pc:chgData name="Yunus Mechery" userId="9a0432f0723e5076" providerId="LiveId" clId="{5510E081-A328-46F0-B74E-E056955699E6}" dt="2026-04-01T11:48:36.200" v="939" actId="1076"/>
        <pc:sldMkLst>
          <pc:docMk/>
          <pc:sldMk cId="3897579909" sldId="261"/>
        </pc:sldMkLst>
        <pc:spChg chg="mod">
          <ac:chgData name="Yunus Mechery" userId="9a0432f0723e5076" providerId="LiveId" clId="{5510E081-A328-46F0-B74E-E056955699E6}" dt="2026-04-01T11:46:11.002" v="926"/>
          <ac:spMkLst>
            <pc:docMk/>
            <pc:sldMk cId="3897579909" sldId="261"/>
            <ac:spMk id="2" creationId="{8ACC235E-81CA-D674-899E-B726694D7ED1}"/>
          </ac:spMkLst>
        </pc:spChg>
        <pc:spChg chg="mod">
          <ac:chgData name="Yunus Mechery" userId="9a0432f0723e5076" providerId="LiveId" clId="{5510E081-A328-46F0-B74E-E056955699E6}" dt="2026-04-01T11:46:33.366" v="927"/>
          <ac:spMkLst>
            <pc:docMk/>
            <pc:sldMk cId="3897579909" sldId="261"/>
            <ac:spMk id="3" creationId="{1F1CB50D-BD13-1AE3-ABDC-78FB2ED4F128}"/>
          </ac:spMkLst>
        </pc:spChg>
        <pc:picChg chg="add mod">
          <ac:chgData name="Yunus Mechery" userId="9a0432f0723e5076" providerId="LiveId" clId="{5510E081-A328-46F0-B74E-E056955699E6}" dt="2026-04-01T11:48:36.200" v="939" actId="1076"/>
          <ac:picMkLst>
            <pc:docMk/>
            <pc:sldMk cId="3897579909" sldId="261"/>
            <ac:picMk id="5" creationId="{2CC9E4FB-BC97-7F7F-8475-2B7ACF2AB75F}"/>
          </ac:picMkLst>
        </pc:picChg>
      </pc:sldChg>
      <pc:sldChg chg="addSp modSp new mod">
        <pc:chgData name="Yunus Mechery" userId="9a0432f0723e5076" providerId="LiveId" clId="{5510E081-A328-46F0-B74E-E056955699E6}" dt="2026-04-01T11:50:38.650" v="951" actId="14100"/>
        <pc:sldMkLst>
          <pc:docMk/>
          <pc:sldMk cId="3890951011" sldId="262"/>
        </pc:sldMkLst>
        <pc:spChg chg="mod">
          <ac:chgData name="Yunus Mechery" userId="9a0432f0723e5076" providerId="LiveId" clId="{5510E081-A328-46F0-B74E-E056955699E6}" dt="2026-04-01T11:49:07.212" v="941"/>
          <ac:spMkLst>
            <pc:docMk/>
            <pc:sldMk cId="3890951011" sldId="262"/>
            <ac:spMk id="2" creationId="{FA09F802-96C3-5D47-115F-B827112B5D4A}"/>
          </ac:spMkLst>
        </pc:spChg>
        <pc:spChg chg="mod">
          <ac:chgData name="Yunus Mechery" userId="9a0432f0723e5076" providerId="LiveId" clId="{5510E081-A328-46F0-B74E-E056955699E6}" dt="2026-04-01T11:49:40.129" v="945" actId="20577"/>
          <ac:spMkLst>
            <pc:docMk/>
            <pc:sldMk cId="3890951011" sldId="262"/>
            <ac:spMk id="3" creationId="{2B058566-9351-85BC-5F1C-655556101696}"/>
          </ac:spMkLst>
        </pc:spChg>
        <pc:picChg chg="add mod">
          <ac:chgData name="Yunus Mechery" userId="9a0432f0723e5076" providerId="LiveId" clId="{5510E081-A328-46F0-B74E-E056955699E6}" dt="2026-04-01T11:50:38.650" v="951" actId="14100"/>
          <ac:picMkLst>
            <pc:docMk/>
            <pc:sldMk cId="3890951011" sldId="262"/>
            <ac:picMk id="5" creationId="{821F94A9-5A8D-3F75-D41A-4D8DC01207B7}"/>
          </ac:picMkLst>
        </pc:picChg>
      </pc:sldChg>
      <pc:sldChg chg="addSp modSp new mod">
        <pc:chgData name="Yunus Mechery" userId="9a0432f0723e5076" providerId="LiveId" clId="{5510E081-A328-46F0-B74E-E056955699E6}" dt="2026-04-01T11:53:07.458" v="959" actId="14100"/>
        <pc:sldMkLst>
          <pc:docMk/>
          <pc:sldMk cId="439969697" sldId="263"/>
        </pc:sldMkLst>
        <pc:spChg chg="mod">
          <ac:chgData name="Yunus Mechery" userId="9a0432f0723e5076" providerId="LiveId" clId="{5510E081-A328-46F0-B74E-E056955699E6}" dt="2026-04-01T11:51:09.628" v="953"/>
          <ac:spMkLst>
            <pc:docMk/>
            <pc:sldMk cId="439969697" sldId="263"/>
            <ac:spMk id="2" creationId="{F2B4F3E2-C7E6-2C54-7391-3897A9328E7E}"/>
          </ac:spMkLst>
        </pc:spChg>
        <pc:spChg chg="mod">
          <ac:chgData name="Yunus Mechery" userId="9a0432f0723e5076" providerId="LiveId" clId="{5510E081-A328-46F0-B74E-E056955699E6}" dt="2026-04-01T11:51:29.526" v="954"/>
          <ac:spMkLst>
            <pc:docMk/>
            <pc:sldMk cId="439969697" sldId="263"/>
            <ac:spMk id="3" creationId="{74A05D8A-7FA6-B102-7F58-E4C33492D6A9}"/>
          </ac:spMkLst>
        </pc:spChg>
        <pc:picChg chg="add mod">
          <ac:chgData name="Yunus Mechery" userId="9a0432f0723e5076" providerId="LiveId" clId="{5510E081-A328-46F0-B74E-E056955699E6}" dt="2026-04-01T11:53:07.458" v="959" actId="14100"/>
          <ac:picMkLst>
            <pc:docMk/>
            <pc:sldMk cId="439969697" sldId="263"/>
            <ac:picMk id="5" creationId="{88FCE711-E644-EB42-8C74-5B2E3040F6E2}"/>
          </ac:picMkLst>
        </pc:picChg>
      </pc:sldChg>
      <pc:sldChg chg="addSp modSp new mod">
        <pc:chgData name="Yunus Mechery" userId="9a0432f0723e5076" providerId="LiveId" clId="{5510E081-A328-46F0-B74E-E056955699E6}" dt="2026-04-01T11:55:03.183" v="967" actId="14100"/>
        <pc:sldMkLst>
          <pc:docMk/>
          <pc:sldMk cId="178646705" sldId="264"/>
        </pc:sldMkLst>
        <pc:spChg chg="mod">
          <ac:chgData name="Yunus Mechery" userId="9a0432f0723e5076" providerId="LiveId" clId="{5510E081-A328-46F0-B74E-E056955699E6}" dt="2026-04-01T11:53:55.928" v="961"/>
          <ac:spMkLst>
            <pc:docMk/>
            <pc:sldMk cId="178646705" sldId="264"/>
            <ac:spMk id="2" creationId="{840DD6DB-03A8-5919-1810-BC17A1B7C5CA}"/>
          </ac:spMkLst>
        </pc:spChg>
        <pc:spChg chg="mod">
          <ac:chgData name="Yunus Mechery" userId="9a0432f0723e5076" providerId="LiveId" clId="{5510E081-A328-46F0-B74E-E056955699E6}" dt="2026-04-01T11:54:13.827" v="962"/>
          <ac:spMkLst>
            <pc:docMk/>
            <pc:sldMk cId="178646705" sldId="264"/>
            <ac:spMk id="3" creationId="{3B0561FB-9F9B-1951-FC99-7265D282B9DE}"/>
          </ac:spMkLst>
        </pc:spChg>
        <pc:picChg chg="add mod">
          <ac:chgData name="Yunus Mechery" userId="9a0432f0723e5076" providerId="LiveId" clId="{5510E081-A328-46F0-B74E-E056955699E6}" dt="2026-04-01T11:55:03.183" v="967" actId="14100"/>
          <ac:picMkLst>
            <pc:docMk/>
            <pc:sldMk cId="178646705" sldId="264"/>
            <ac:picMk id="5" creationId="{43F044C0-B119-7BE7-FC81-D6D2DD812A28}"/>
          </ac:picMkLst>
        </pc:picChg>
      </pc:sldChg>
      <pc:sldChg chg="modSp new mod">
        <pc:chgData name="Yunus Mechery" userId="9a0432f0723e5076" providerId="LiveId" clId="{5510E081-A328-46F0-B74E-E056955699E6}" dt="2026-04-01T11:57:54.289" v="1239" actId="20577"/>
        <pc:sldMkLst>
          <pc:docMk/>
          <pc:sldMk cId="686943055" sldId="265"/>
        </pc:sldMkLst>
        <pc:spChg chg="mod">
          <ac:chgData name="Yunus Mechery" userId="9a0432f0723e5076" providerId="LiveId" clId="{5510E081-A328-46F0-B74E-E056955699E6}" dt="2026-04-01T11:57:17.404" v="1235"/>
          <ac:spMkLst>
            <pc:docMk/>
            <pc:sldMk cId="686943055" sldId="265"/>
            <ac:spMk id="2" creationId="{E8E4A318-4B86-D847-2A03-A771B8B20865}"/>
          </ac:spMkLst>
        </pc:spChg>
        <pc:spChg chg="mod">
          <ac:chgData name="Yunus Mechery" userId="9a0432f0723e5076" providerId="LiveId" clId="{5510E081-A328-46F0-B74E-E056955699E6}" dt="2026-04-01T11:57:54.289" v="1239" actId="20577"/>
          <ac:spMkLst>
            <pc:docMk/>
            <pc:sldMk cId="686943055" sldId="265"/>
            <ac:spMk id="3" creationId="{AB968735-A398-7050-1D90-8D27D448BB2F}"/>
          </ac:spMkLst>
        </pc:spChg>
      </pc:sldChg>
      <pc:sldChg chg="addSp delSp modSp new del">
        <pc:chgData name="Yunus Mechery" userId="9a0432f0723e5076" providerId="LiveId" clId="{5510E081-A328-46F0-B74E-E056955699E6}" dt="2026-04-01T11:56:59.668" v="1233" actId="2696"/>
        <pc:sldMkLst>
          <pc:docMk/>
          <pc:sldMk cId="2507271545" sldId="265"/>
        </pc:sldMkLst>
        <pc:spChg chg="del">
          <ac:chgData name="Yunus Mechery" userId="9a0432f0723e5076" providerId="LiveId" clId="{5510E081-A328-46F0-B74E-E056955699E6}" dt="2026-04-01T11:56:54.783" v="1232"/>
          <ac:spMkLst>
            <pc:docMk/>
            <pc:sldMk cId="2507271545" sldId="265"/>
            <ac:spMk id="3" creationId="{0B7EC666-B332-7218-FF5E-B091EE88081F}"/>
          </ac:spMkLst>
        </pc:spChg>
        <pc:picChg chg="add mod">
          <ac:chgData name="Yunus Mechery" userId="9a0432f0723e5076" providerId="LiveId" clId="{5510E081-A328-46F0-B74E-E056955699E6}" dt="2026-04-01T11:56:54.783" v="1232"/>
          <ac:picMkLst>
            <pc:docMk/>
            <pc:sldMk cId="2507271545" sldId="265"/>
            <ac:picMk id="4" creationId="{0850E952-2B91-538A-50D2-B3595CA24450}"/>
          </ac:picMkLst>
        </pc:picChg>
      </pc:sldChg>
      <pc:sldChg chg="addSp delSp modSp new del mod">
        <pc:chgData name="Yunus Mechery" userId="9a0432f0723e5076" providerId="LiveId" clId="{5510E081-A328-46F0-B74E-E056955699E6}" dt="2026-04-01T11:56:45.477" v="1230" actId="2696"/>
        <pc:sldMkLst>
          <pc:docMk/>
          <pc:sldMk cId="3184501358" sldId="265"/>
        </pc:sldMkLst>
        <pc:spChg chg="mod">
          <ac:chgData name="Yunus Mechery" userId="9a0432f0723e5076" providerId="LiveId" clId="{5510E081-A328-46F0-B74E-E056955699E6}" dt="2026-04-01T11:55:57.527" v="969"/>
          <ac:spMkLst>
            <pc:docMk/>
            <pc:sldMk cId="3184501358" sldId="265"/>
            <ac:spMk id="2" creationId="{F1166820-8F98-460A-94E0-EBE1DE633441}"/>
          </ac:spMkLst>
        </pc:spChg>
        <pc:spChg chg="del">
          <ac:chgData name="Yunus Mechery" userId="9a0432f0723e5076" providerId="LiveId" clId="{5510E081-A328-46F0-B74E-E056955699E6}" dt="2026-04-01T11:56:20.865" v="970"/>
          <ac:spMkLst>
            <pc:docMk/>
            <pc:sldMk cId="3184501358" sldId="265"/>
            <ac:spMk id="3" creationId="{20B9F0A9-4945-7ECF-1B89-F94875E7D9DA}"/>
          </ac:spMkLst>
        </pc:spChg>
        <pc:spChg chg="add del mod">
          <ac:chgData name="Yunus Mechery" userId="9a0432f0723e5076" providerId="LiveId" clId="{5510E081-A328-46F0-B74E-E056955699E6}" dt="2026-04-01T11:56:41.170" v="1229" actId="21"/>
          <ac:spMkLst>
            <pc:docMk/>
            <pc:sldMk cId="3184501358" sldId="265"/>
            <ac:spMk id="4" creationId="{227BDE36-F707-44B9-267A-BC617290244C}"/>
          </ac:spMkLst>
        </pc:spChg>
      </pc:sldChg>
      <pc:sldChg chg="modSp new mod">
        <pc:chgData name="Yunus Mechery" userId="9a0432f0723e5076" providerId="LiveId" clId="{5510E081-A328-46F0-B74E-E056955699E6}" dt="2026-04-01T11:59:52.104" v="1249" actId="20577"/>
        <pc:sldMkLst>
          <pc:docMk/>
          <pc:sldMk cId="871730938" sldId="266"/>
        </pc:sldMkLst>
        <pc:spChg chg="mod">
          <ac:chgData name="Yunus Mechery" userId="9a0432f0723e5076" providerId="LiveId" clId="{5510E081-A328-46F0-B74E-E056955699E6}" dt="2026-04-01T11:59:19.888" v="1245"/>
          <ac:spMkLst>
            <pc:docMk/>
            <pc:sldMk cId="871730938" sldId="266"/>
            <ac:spMk id="2" creationId="{CDBA53FD-DAEC-E5AB-017B-7E0CB4000816}"/>
          </ac:spMkLst>
        </pc:spChg>
        <pc:spChg chg="mod">
          <ac:chgData name="Yunus Mechery" userId="9a0432f0723e5076" providerId="LiveId" clId="{5510E081-A328-46F0-B74E-E056955699E6}" dt="2026-04-01T11:59:52.104" v="1249" actId="20577"/>
          <ac:spMkLst>
            <pc:docMk/>
            <pc:sldMk cId="871730938" sldId="266"/>
            <ac:spMk id="3" creationId="{139446B1-07D4-DF07-9B66-9BA30DF12B0F}"/>
          </ac:spMkLst>
        </pc:spChg>
      </pc:sldChg>
      <pc:sldChg chg="addSp delSp modSp new del">
        <pc:chgData name="Yunus Mechery" userId="9a0432f0723e5076" providerId="LiveId" clId="{5510E081-A328-46F0-B74E-E056955699E6}" dt="2026-04-01T11:59:03.710" v="1243" actId="2696"/>
        <pc:sldMkLst>
          <pc:docMk/>
          <pc:sldMk cId="4282511484" sldId="266"/>
        </pc:sldMkLst>
        <pc:spChg chg="mod">
          <ac:chgData name="Yunus Mechery" userId="9a0432f0723e5076" providerId="LiveId" clId="{5510E081-A328-46F0-B74E-E056955699E6}" dt="2026-04-01T11:58:38.590" v="1241"/>
          <ac:spMkLst>
            <pc:docMk/>
            <pc:sldMk cId="4282511484" sldId="266"/>
            <ac:spMk id="2" creationId="{FE60E548-DC5C-34CD-0EBC-8C84642D4410}"/>
          </ac:spMkLst>
        </pc:spChg>
        <pc:spChg chg="del">
          <ac:chgData name="Yunus Mechery" userId="9a0432f0723e5076" providerId="LiveId" clId="{5510E081-A328-46F0-B74E-E056955699E6}" dt="2026-04-01T11:58:58.582" v="1242"/>
          <ac:spMkLst>
            <pc:docMk/>
            <pc:sldMk cId="4282511484" sldId="266"/>
            <ac:spMk id="3" creationId="{13817E6F-CEF9-8730-F5B5-68A419FB83D0}"/>
          </ac:spMkLst>
        </pc:spChg>
        <pc:spChg chg="add mod">
          <ac:chgData name="Yunus Mechery" userId="9a0432f0723e5076" providerId="LiveId" clId="{5510E081-A328-46F0-B74E-E056955699E6}" dt="2026-04-01T11:58:58.582" v="1242"/>
          <ac:spMkLst>
            <pc:docMk/>
            <pc:sldMk cId="4282511484" sldId="266"/>
            <ac:spMk id="4" creationId="{366E3FF6-D24C-CDA6-9214-6C0C76B7802A}"/>
          </ac:spMkLst>
        </pc:spChg>
      </pc:sldChg>
      <pc:sldChg chg="addSp delSp modSp new mod">
        <pc:chgData name="Yunus Mechery" userId="9a0432f0723e5076" providerId="LiveId" clId="{5510E081-A328-46F0-B74E-E056955699E6}" dt="2026-04-01T12:06:06.956" v="1263" actId="21"/>
        <pc:sldMkLst>
          <pc:docMk/>
          <pc:sldMk cId="2394659261" sldId="267"/>
        </pc:sldMkLst>
        <pc:spChg chg="mod">
          <ac:chgData name="Yunus Mechery" userId="9a0432f0723e5076" providerId="LiveId" clId="{5510E081-A328-46F0-B74E-E056955699E6}" dt="2026-04-01T12:01:51.487" v="1251"/>
          <ac:spMkLst>
            <pc:docMk/>
            <pc:sldMk cId="2394659261" sldId="267"/>
            <ac:spMk id="2" creationId="{76BE6688-7CF0-CBD7-B678-F5E4B320083A}"/>
          </ac:spMkLst>
        </pc:spChg>
        <pc:spChg chg="mod">
          <ac:chgData name="Yunus Mechery" userId="9a0432f0723e5076" providerId="LiveId" clId="{5510E081-A328-46F0-B74E-E056955699E6}" dt="2026-04-01T12:02:33.897" v="1255" actId="20577"/>
          <ac:spMkLst>
            <pc:docMk/>
            <pc:sldMk cId="2394659261" sldId="267"/>
            <ac:spMk id="3" creationId="{1D45CB14-C72C-F371-6AB9-0DFDDB5EB73B}"/>
          </ac:spMkLst>
        </pc:spChg>
        <pc:picChg chg="add del mod">
          <ac:chgData name="Yunus Mechery" userId="9a0432f0723e5076" providerId="LiveId" clId="{5510E081-A328-46F0-B74E-E056955699E6}" dt="2026-04-01T12:06:06.956" v="1263" actId="21"/>
          <ac:picMkLst>
            <pc:docMk/>
            <pc:sldMk cId="2394659261" sldId="267"/>
            <ac:picMk id="4" creationId="{009DC736-5F12-F3CB-C02D-89E58CF71517}"/>
          </ac:picMkLst>
        </pc:picChg>
      </pc:sldChg>
      <pc:sldChg chg="addSp delSp modSp new mod">
        <pc:chgData name="Yunus Mechery" userId="9a0432f0723e5076" providerId="LiveId" clId="{5510E081-A328-46F0-B74E-E056955699E6}" dt="2026-04-01T12:05:55.846" v="1262" actId="14100"/>
        <pc:sldMkLst>
          <pc:docMk/>
          <pc:sldMk cId="402937045" sldId="268"/>
        </pc:sldMkLst>
        <pc:spChg chg="del">
          <ac:chgData name="Yunus Mechery" userId="9a0432f0723e5076" providerId="LiveId" clId="{5510E081-A328-46F0-B74E-E056955699E6}" dt="2026-04-01T12:05:48.511" v="1260" actId="22"/>
          <ac:spMkLst>
            <pc:docMk/>
            <pc:sldMk cId="402937045" sldId="268"/>
            <ac:spMk id="3" creationId="{4F08054C-2CAE-BF42-6AC3-7221866BADC0}"/>
          </ac:spMkLst>
        </pc:spChg>
        <pc:picChg chg="add mod ord">
          <ac:chgData name="Yunus Mechery" userId="9a0432f0723e5076" providerId="LiveId" clId="{5510E081-A328-46F0-B74E-E056955699E6}" dt="2026-04-01T12:05:55.846" v="1262" actId="14100"/>
          <ac:picMkLst>
            <pc:docMk/>
            <pc:sldMk cId="402937045" sldId="268"/>
            <ac:picMk id="5" creationId="{490257BB-EE9C-F84D-CF14-AE11508C586C}"/>
          </ac:picMkLst>
        </pc:picChg>
      </pc:sldChg>
      <pc:sldChg chg="addSp delSp modSp new mod">
        <pc:chgData name="Yunus Mechery" userId="9a0432f0723e5076" providerId="LiveId" clId="{5510E081-A328-46F0-B74E-E056955699E6}" dt="2026-04-01T12:06:23.467" v="1267" actId="14100"/>
        <pc:sldMkLst>
          <pc:docMk/>
          <pc:sldMk cId="394776202" sldId="269"/>
        </pc:sldMkLst>
        <pc:spChg chg="del">
          <ac:chgData name="Yunus Mechery" userId="9a0432f0723e5076" providerId="LiveId" clId="{5510E081-A328-46F0-B74E-E056955699E6}" dt="2026-04-01T12:06:17.148" v="1265"/>
          <ac:spMkLst>
            <pc:docMk/>
            <pc:sldMk cId="394776202" sldId="269"/>
            <ac:spMk id="3" creationId="{53A0E41D-3280-78EC-5F17-1FB1CB8FCF80}"/>
          </ac:spMkLst>
        </pc:spChg>
        <pc:picChg chg="add mod">
          <ac:chgData name="Yunus Mechery" userId="9a0432f0723e5076" providerId="LiveId" clId="{5510E081-A328-46F0-B74E-E056955699E6}" dt="2026-04-01T12:06:23.467" v="1267" actId="14100"/>
          <ac:picMkLst>
            <pc:docMk/>
            <pc:sldMk cId="394776202" sldId="269"/>
            <ac:picMk id="4" creationId="{E871BF32-50AC-6E19-ABC2-347088114D75}"/>
          </ac:picMkLst>
        </pc:picChg>
      </pc:sldChg>
      <pc:sldChg chg="delSp modSp new mod">
        <pc:chgData name="Yunus Mechery" userId="9a0432f0723e5076" providerId="LiveId" clId="{5510E081-A328-46F0-B74E-E056955699E6}" dt="2026-04-01T12:11:17.157" v="1943" actId="21"/>
        <pc:sldMkLst>
          <pc:docMk/>
          <pc:sldMk cId="2600019718" sldId="270"/>
        </pc:sldMkLst>
        <pc:spChg chg="del mod">
          <ac:chgData name="Yunus Mechery" userId="9a0432f0723e5076" providerId="LiveId" clId="{5510E081-A328-46F0-B74E-E056955699E6}" dt="2026-04-01T12:11:17.157" v="1943" actId="21"/>
          <ac:spMkLst>
            <pc:docMk/>
            <pc:sldMk cId="2600019718" sldId="270"/>
            <ac:spMk id="2" creationId="{1C530908-9A6B-CFC4-1D17-644479CCFCF8}"/>
          </ac:spMkLst>
        </pc:spChg>
        <pc:spChg chg="mod">
          <ac:chgData name="Yunus Mechery" userId="9a0432f0723e5076" providerId="LiveId" clId="{5510E081-A328-46F0-B74E-E056955699E6}" dt="2026-04-01T12:10:13.837" v="1939" actId="1076"/>
          <ac:spMkLst>
            <pc:docMk/>
            <pc:sldMk cId="2600019718" sldId="270"/>
            <ac:spMk id="3" creationId="{DC0792B7-D2F4-5CD6-56F7-F1A4746C07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25D13-4C24-40F5-930E-B1D203F7C6F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65C8E-A7B8-47F6-9A3B-66D901321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030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65C8E-A7B8-47F6-9A3B-66D901321E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313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65C8E-A7B8-47F6-9A3B-66D901321EC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013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study primarily looks at young adults. This is a critical window where lifestyle habits often solidify for a lifetime.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65C8E-A7B8-47F6-9A3B-66D901321EC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53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key biological finding. Severe obesity manifests differently across genders, which is a critical feature for our classification logic."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65C8E-A7B8-47F6-9A3B-66D901321EC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47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heatmap confirms that as age increases, BMI follows a rising trend, specifically between ages 20 and 35."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65C8E-A7B8-47F6-9A3B-66D901321EC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029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67D56-1222-EEF6-EDE9-405CD4EF8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4722A-DEB7-D693-53C6-6D459B32F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7411D-F80A-D288-1C9D-747ACC36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E3EE-B76B-44F2-A27E-BC83AD10A42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5CF37-B7A3-3009-AF0D-136389CBB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8175D-3EC7-E949-FFF4-8EAB0A08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E7DC-5493-4005-A1CF-FC443FE5E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990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D3977-4ACF-E52F-A81A-97C4C8A5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1B8B6-751E-E2FB-1102-6DC5481D7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1E6F2-271C-44EB-1CA4-AF6E58CCB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E3EE-B76B-44F2-A27E-BC83AD10A42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2A50-F41A-416E-0670-942A2DC40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0663C-6179-28CE-DBF6-496D8173B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E7DC-5493-4005-A1CF-FC443FE5E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99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EA7F-BCBF-3451-75BF-E4C6C4E4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4081E-62E5-C954-5AD6-EB365174D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B85DF-F1AA-72DF-3E76-EFCD2C2E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E3EE-B76B-44F2-A27E-BC83AD10A42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5FB6B-0F82-C901-7D92-4EEB29FDB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7DC12-F0EF-BC76-29CD-78E0DA19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E7DC-5493-4005-A1CF-FC443FE5E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35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5D3B-DC85-2136-20D3-C4C1B15F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6F982-A5E2-753D-5A6D-76D46BE5C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67EB0-62CA-8B3B-0730-39158B09A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9CEDE-B359-F26A-04F1-60BBEC1B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E3EE-B76B-44F2-A27E-BC83AD10A42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99223-0541-BA84-FD37-AD74D4E9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B9965-C675-D548-8413-D7214CA7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E7DC-5493-4005-A1CF-FC443FE5E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0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07B2-BD09-114C-C2EC-C807CC9F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4D22B-3AC6-BC10-1189-ED4B312E7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897A2-FA6D-E0F6-603C-C48B2AA2E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D9021-B59C-DB41-A855-9A7DE3417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8C160-BF5E-D05E-CA8F-299B0A5EF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EF7912-5BCB-88B7-E027-C7F00C023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E3EE-B76B-44F2-A27E-BC83AD10A42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D0B04A-A00C-AB23-0433-52BFF866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31B6E-F06A-D7A9-7CAE-534FF738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E7DC-5493-4005-A1CF-FC443FE5E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04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277E-8AF6-7AE6-9176-82052A26B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674C2B-B4E9-B245-3EAB-4EA335F81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E3EE-B76B-44F2-A27E-BC83AD10A42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40C56-8C6E-195B-7FCC-408D86618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CD503-B73A-9203-E55A-E1EF503F3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E7DC-5493-4005-A1CF-FC443FE5E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9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DFF7-F1E4-699C-E63A-1C3109CD7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E3EE-B76B-44F2-A27E-BC83AD10A42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1A52A-8FD0-5A4F-CA51-D031B4D4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3E89B-EF42-74F7-EFC1-B518F9A5B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E7DC-5493-4005-A1CF-FC443FE5E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654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F06E6-D013-410D-657F-CE5819DE2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9EE34-48BE-7B42-32B2-2B4802D2E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68F05-18DE-6A63-5678-E56605E13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D0870-7D3B-C17C-F7F1-030E61F8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E3EE-B76B-44F2-A27E-BC83AD10A42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5A01A-FE9A-7B11-4ACA-3E78F93F0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FCD4A-9291-0E93-38C9-FFBEB86A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E7DC-5493-4005-A1CF-FC443FE5E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59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85BF-CF5C-CB4D-78EB-8657E06D5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CD7730-924B-ADE2-29B1-99D45895D8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90719-43EE-F9A5-ECE7-BAD1EEA39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30267-43C0-F2B0-9398-BF6D8C9E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E3EE-B76B-44F2-A27E-BC83AD10A42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EDA4D-B99B-813A-B72C-6CCB07B46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C4A07-72E6-BC81-021D-2DDB6177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E7DC-5493-4005-A1CF-FC443FE5E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52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BEBC-2EF6-BF8D-A6C6-CC1B35AB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14405-1F51-110E-29AF-B8FEECFE6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A34BC-59F1-9320-47CF-CA89ECDE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E3EE-B76B-44F2-A27E-BC83AD10A42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7A253-502B-EB67-E0DA-FD2204EA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4D567-3DF8-92B8-00FB-67E436083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E7DC-5493-4005-A1CF-FC443FE5E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440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A44124-AD95-1CCE-1E34-63C10973B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EC119-78DD-4927-17F1-A78FC6609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DB2CD-181C-D89C-7050-458DB5C20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E3EE-B76B-44F2-A27E-BC83AD10A42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AACA8-BBB9-6E4C-AB3E-8234F0BD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468A5-4126-65AC-8B3E-2E8926F00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E7DC-5493-4005-A1CF-FC443FE5E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99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8EDCC-844E-AE0E-9A33-FAB8CC7A3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70995-1AEB-F2F8-6C52-394F2A2C3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923FE-FEBB-D1A4-94C5-7CE41815B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FE3EE-B76B-44F2-A27E-BC83AD10A42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62D94-671B-2F0B-BD52-571E0E0F7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CA304-212E-109B-F991-FDF7454F1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3E7DC-5493-4005-A1CF-FC443FE5E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34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av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8C00E-687F-F129-F02F-9A1C6EFCB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1"/>
            <a:ext cx="12038029" cy="22907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Obesity-Lifestyle Trends - Eating Habits and Physical Condition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8E8F0-F589-292C-8C5B-4A83FD866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72" y="1858079"/>
            <a:ext cx="8204462" cy="1655762"/>
          </a:xfrm>
        </p:spPr>
        <p:txBody>
          <a:bodyPr/>
          <a:lstStyle/>
          <a:p>
            <a:r>
              <a:rPr lang="en-US" dirty="0"/>
              <a:t>Uncovering the Intersection of Genetics, Lifestyle, and Demographics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CDE62-4F9F-9195-561D-02457FDB9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71" y="979714"/>
            <a:ext cx="4397829" cy="58565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67A861-B6C6-83D5-9918-CD0941890101}"/>
              </a:ext>
            </a:extLst>
          </p:cNvPr>
          <p:cNvSpPr txBox="1"/>
          <p:nvPr/>
        </p:nvSpPr>
        <p:spPr>
          <a:xfrm>
            <a:off x="609600" y="3066735"/>
            <a:ext cx="6291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Presenter Name: Shamdina P</a:t>
            </a:r>
          </a:p>
          <a:p>
            <a:r>
              <a:rPr lang="en-US" dirty="0"/>
              <a:t>Date: April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47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8548-BBCD-E488-F166-7CC6784FB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Project Overview &amp; 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8EAC-ECF8-8B99-9BE1-E8DB70497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Goal: To identify which behavioral and biological factors most strongly correlate with different obesity levels.</a:t>
            </a:r>
          </a:p>
          <a:p>
            <a:r>
              <a:rPr lang="en-US" dirty="0"/>
              <a:t>The Data: 2,111 records covering demographics, eating habits, and physical conditions.</a:t>
            </a:r>
          </a:p>
          <a:p>
            <a:r>
              <a:rPr lang="en-US" dirty="0"/>
              <a:t>Core Question: Is obesity driven more by daily choices (transportation/diet) or inherent factors (genetics/age)?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0549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E6688-7CF0-CBD7-B678-F5E4B320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&amp; Data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B14-C72C-F371-6AB9-0DFDDB5EB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Size: 2,111 records with 17 attributes.</a:t>
            </a:r>
          </a:p>
          <a:p>
            <a:r>
              <a:rPr lang="en-US" dirty="0"/>
              <a:t>Data Balancing: 77% of the data was generated via SMOTE (Synthetic Minority Over-sampling Technique) to ensure equal representation of all 7 obesity categories.</a:t>
            </a:r>
          </a:p>
          <a:p>
            <a:r>
              <a:rPr lang="en-US" dirty="0"/>
              <a:t>Cleaning Process: Rounded numerical values (Age, Meals) and standardized column names for better readability.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659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601C-E1F3-BE23-7EFD-4C45A3AA1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71BF32-50AC-6E19-ABC2-347088114D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E10C-18E4-2D92-0163-3DFAB4292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0257BB-EE9C-F84D-CF14-AE11508C5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5709" y="1690688"/>
            <a:ext cx="9255277" cy="509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37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143A-711F-E4E0-BDAA-54A70330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Demographic Snapshot (Age &amp; BMI)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CA1A80-E3F7-03B8-AD32-90FEC3131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0571"/>
            <a:ext cx="11353800" cy="4326392"/>
          </a:xfrm>
        </p:spPr>
        <p:txBody>
          <a:bodyPr/>
          <a:lstStyle/>
          <a:p>
            <a:r>
              <a:rPr lang="en-US" b="1" dirty="0"/>
              <a:t>Key Insights:</a:t>
            </a:r>
            <a:endParaRPr lang="en-US" dirty="0"/>
          </a:p>
          <a:p>
            <a:r>
              <a:rPr lang="en-US" b="1" dirty="0"/>
              <a:t>Young Adult Focus:</a:t>
            </a:r>
            <a:r>
              <a:rPr lang="en-US" dirty="0"/>
              <a:t> The dataset is heavily skewed toward the</a:t>
            </a:r>
          </a:p>
          <a:p>
            <a:pPr marL="0" indent="0">
              <a:buNone/>
            </a:pPr>
            <a:r>
              <a:rPr lang="en-US" dirty="0"/>
              <a:t> 18–25 age bracket.</a:t>
            </a:r>
          </a:p>
          <a:p>
            <a:r>
              <a:rPr lang="en-US" b="1" dirty="0"/>
              <a:t>High Average BMI:</a:t>
            </a:r>
            <a:r>
              <a:rPr lang="en-US" dirty="0"/>
              <a:t> The mean BMI is </a:t>
            </a:r>
            <a:r>
              <a:rPr lang="en-US" b="1" dirty="0"/>
              <a:t>29.7</a:t>
            </a:r>
            <a:r>
              <a:rPr lang="en-US" dirty="0"/>
              <a:t>, placing the </a:t>
            </a:r>
          </a:p>
          <a:p>
            <a:pPr marL="0" indent="0">
              <a:buNone/>
            </a:pPr>
            <a:r>
              <a:rPr lang="en-US" dirty="0"/>
              <a:t>average participant on the verge of clinical obesity.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8D4F6B-3AEC-085C-62A7-71C38DAC8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120" y="4391029"/>
            <a:ext cx="6050279" cy="234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33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1D0F-2ECE-FBEC-1D29-BB4FD1B14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02776-2FC1-BD2D-D15D-4F412684C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is evenly balanced (~14% for each of the 7 levels).</a:t>
            </a:r>
          </a:p>
          <a:p>
            <a:r>
              <a:rPr lang="en-US" b="1" dirty="0"/>
              <a:t>Significance:</a:t>
            </a:r>
            <a:r>
              <a:rPr lang="en-US" dirty="0"/>
              <a:t> This balance is vital for machine learning; it prevents the model from being biased toward any specific weight category.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32A57-7B6D-364B-EA52-03ADFDB5A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3189514"/>
            <a:ext cx="6858000" cy="366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03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6D3E3-AB63-61E2-EB32-0FDCD5944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Environmental Risk: Transportation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812FF-B83A-A479-C389-F42020BE3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8" y="2021568"/>
            <a:ext cx="10515600" cy="4351338"/>
          </a:xfrm>
        </p:spPr>
        <p:txBody>
          <a:bodyPr/>
          <a:lstStyle/>
          <a:p>
            <a:r>
              <a:rPr lang="en-US" dirty="0"/>
              <a:t>96%+ of individuals rely on public transit or private cars.</a:t>
            </a:r>
          </a:p>
          <a:p>
            <a:r>
              <a:rPr lang="en-US" dirty="0"/>
              <a:t>Active commuting (walking/cycling) is nearly non-existent.</a:t>
            </a:r>
          </a:p>
          <a:p>
            <a:r>
              <a:rPr lang="en-US" dirty="0"/>
              <a:t>Conclusion: Passive transport is a "common denominator" for weight gain in this population.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601B8-0E23-7549-858E-EE55FF157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538" y="3516086"/>
            <a:ext cx="8708580" cy="310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95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235E-81CA-D674-899E-B726694D7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Gender Split in Obesity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CB50D-BD13-1AE3-ABDC-78FB2ED4F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Obesity Type III</a:t>
            </a:r>
            <a:r>
              <a:rPr lang="en-US" dirty="0"/>
              <a:t> is almost exclusively female.</a:t>
            </a:r>
          </a:p>
          <a:p>
            <a:r>
              <a:rPr lang="en-US" b="1" dirty="0"/>
              <a:t>Obesity Type II</a:t>
            </a:r>
            <a:r>
              <a:rPr lang="en-US" dirty="0"/>
              <a:t> is almost exclusively male.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9E4FB-BC97-7F7F-8475-2B7ACF2AB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75" y="2873828"/>
            <a:ext cx="9474874" cy="371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79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F802-96C3-5D47-115F-B827112B5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 vs. Weight: The BMI Bands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58566-9351-85BC-5F1C-655556101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plot shows clear "diagonal bands" for each obesity category.</a:t>
            </a:r>
          </a:p>
          <a:p>
            <a:r>
              <a:rPr lang="en-US" dirty="0"/>
              <a:t>It visualizes the mathematical boundary where height no longer "buffers" weight gain.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F94A9-5A8D-3F75-D41A-4D8DC0120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3113313"/>
            <a:ext cx="8490866" cy="365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51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4F3E2-C7E6-2C54-7391-3897A932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View: BMI by Gender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05D8A-7FA6-B102-7F58-E4C33492D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Shows the exact range of BMI within each obesity category.</a:t>
            </a:r>
          </a:p>
          <a:p>
            <a:r>
              <a:rPr lang="en-US" dirty="0"/>
              <a:t>Confirms that BMI thresholds remain consistent, but the </a:t>
            </a:r>
            <a:r>
              <a:rPr lang="en-US" i="1" dirty="0"/>
              <a:t>frequency</a:t>
            </a:r>
            <a:r>
              <a:rPr lang="en-US" dirty="0"/>
              <a:t> within those thresholds is gender-dependent.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CE711-E644-EB42-8C74-5B2E3040F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3391125"/>
            <a:ext cx="10744211" cy="310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69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D6DB-03A8-5919-1810-BC17A1B7C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Mapping Relationships (Correlation)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561FB-9F9B-1951-FC99-7265D282B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Weight and Age</a:t>
            </a:r>
            <a:r>
              <a:rPr lang="en-US" dirty="0"/>
              <a:t> show a positive correlation (weight tends to increase as people enter their late 20s).</a:t>
            </a:r>
          </a:p>
          <a:p>
            <a:r>
              <a:rPr lang="en-US" b="1" dirty="0"/>
              <a:t>Family History</a:t>
            </a:r>
            <a:r>
              <a:rPr lang="en-US" dirty="0"/>
              <a:t> is the strongest underlying categorical predictor.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044C0-B119-7BE7-FC81-D6D2DD812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3265714"/>
            <a:ext cx="8357507" cy="3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6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A318-4B86-D847-2A03-A771B8B2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Summary &amp;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68735-A398-7050-1D90-8D27D448B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Driver 1: Genetics. 82% of the population has a family history of overweight</a:t>
            </a:r>
          </a:p>
          <a:p>
            <a:r>
              <a:rPr lang="en-US" dirty="0"/>
              <a:t>Key Driver 2: Lifestyle. Sedentary transportation and high-calorie diets are the primary environment.</a:t>
            </a:r>
          </a:p>
          <a:p>
            <a:r>
              <a:rPr lang="en-US" dirty="0"/>
              <a:t>Key Driver 3: Biology. Gender determines the classification of extreme obesity types.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6943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53FD-DAEC-E5AB-017B-7E0CB400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Actionable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446B1-07D4-DF07-9B66-9BA30DF12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Audience: Young adults (18–25) with a family history of overweight.</a:t>
            </a:r>
          </a:p>
          <a:p>
            <a:r>
              <a:rPr lang="en-US" dirty="0"/>
              <a:t>Intervention: Promote "active commuting" (walking/biking) to break the sedentary transit cycle.</a:t>
            </a:r>
          </a:p>
          <a:p>
            <a:r>
              <a:rPr lang="en-US" dirty="0"/>
              <a:t>Future Modeling: Use Weight, Age, and Family History as the primary features for early health screening tools.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1730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92B7-D2F4-5CD6-56F7-F1A4746C0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2" y="3287484"/>
            <a:ext cx="10515600" cy="2976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7030A0"/>
                </a:solidFill>
              </a:rPr>
              <a:t>THANK YOU</a:t>
            </a:r>
            <a:endParaRPr lang="en-IN" sz="9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01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585</Words>
  <Application>Microsoft Office PowerPoint</Application>
  <PresentationFormat>Widescreen</PresentationFormat>
  <Paragraphs>54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Obesity-Lifestyle Trends - Eating Habits and Physical Condition </vt:lpstr>
      <vt:lpstr>Project Overview &amp; Objectives</vt:lpstr>
      <vt:lpstr>Methodology &amp; Data Integrity</vt:lpstr>
      <vt:lpstr>PowerPoint Presentation</vt:lpstr>
      <vt:lpstr>PowerPoint Presentation</vt:lpstr>
      <vt:lpstr>Demographic Snapshot (Age &amp; BMI)</vt:lpstr>
      <vt:lpstr>Class Distribution</vt:lpstr>
      <vt:lpstr>Environmental Risk: Transportation</vt:lpstr>
      <vt:lpstr>The Gender Split in Obesity</vt:lpstr>
      <vt:lpstr>Height vs. Weight: The BMI Bands</vt:lpstr>
      <vt:lpstr>Advanced View: BMI by Gender</vt:lpstr>
      <vt:lpstr>Mapping Relationships (Correlation)</vt:lpstr>
      <vt:lpstr>Final Summary &amp; Conclusions</vt:lpstr>
      <vt:lpstr>Actionable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Yunus Mechery</dc:creator>
  <cp:lastModifiedBy>Yunus Mechery</cp:lastModifiedBy>
  <cp:revision>1</cp:revision>
  <dcterms:created xsi:type="dcterms:W3CDTF">2026-04-01T02:26:26Z</dcterms:created>
  <dcterms:modified xsi:type="dcterms:W3CDTF">2026-04-01T12:11:21Z</dcterms:modified>
</cp:coreProperties>
</file>